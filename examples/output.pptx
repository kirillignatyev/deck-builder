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67A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ing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10000"/>
            <a:ext cx="2005412" cy="144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2160000"/>
            <a:ext cx="84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Книжные новинки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808000"/>
            <a:ext cx="84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IBM Plex Sans"/>
              </a:defRPr>
            </a:pPr>
            <a:r>
              <a:t>Пример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600000"/>
            <a:ext cx="842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IBM Plex Sans"/>
              </a:defRPr>
            </a:pPr>
            <a:r>
              <a:t>deck-builder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360000" y="810000"/>
            <a:ext cx="2906485" cy="4194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8784000" y="0"/>
            <a:ext cx="360000" cy="5148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ling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000" y="4701600"/>
            <a:ext cx="216928" cy="352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12000" y="9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IBM Plex Sans"/>
              </a:defRPr>
            </a:pPr>
            <a:r>
              <a:t>Anna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27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IBM Plex Sans"/>
              </a:defRPr>
            </a:pPr>
            <a:r>
              <a:t>English for Everyday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90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Практический курс английского языка для повседневного общения. Книга поможет расширить словарный запас, научиться увереннее использовать распространённые выражения и лучше понимать живую английскую речь. Каждый раздел посвящён отдельной ситуации: знакомству, путешествиям, работе, покупкам и общению с друзьями. В конце разделов предлагаются упражнения для самостоятельной проверки.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212000" y="342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5 причин купить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2000" y="360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• лексика для повседневного общения</a:t>
            </a:r>
            <a:br/>
            <a:r>
              <a:t>• короткие и понятные уроки</a:t>
            </a:r>
            <a:br/>
            <a:r>
              <a:t>• упражнения после каждого раздела</a:t>
            </a:r>
            <a:br/>
            <a:r>
              <a:t>• примеры современных выражений</a:t>
            </a:r>
            <a:br/>
            <a:r>
              <a:t>• подходит для самостоятельных занятий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2000" y="468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ISBN 978-0-00-000001-1 • Серия: Иностранный язык без сложностей</a:t>
            </a:r>
            <a:br/>
            <a:r>
              <a:t>60x84/8 • 176 с. • 7-инт • Красочность: 1+1 • Тираж: 1500 • Возраст: 12+</a:t>
            </a:r>
          </a:p>
        </p:txBody>
      </p:sp>
      <p:sp>
        <p:nvSpPr>
          <p:cNvPr id="10" name="Rectangle 9"/>
          <p:cNvSpPr/>
          <p:nvPr/>
        </p:nvSpPr>
        <p:spPr>
          <a:xfrm rot="21540000">
            <a:off x="360000" y="27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английский язык</a:t>
            </a:r>
          </a:p>
        </p:txBody>
      </p:sp>
      <p:sp>
        <p:nvSpPr>
          <p:cNvPr id="11" name="Rectangle 10"/>
          <p:cNvSpPr/>
          <p:nvPr/>
        </p:nvSpPr>
        <p:spPr>
          <a:xfrm rot="21540000">
            <a:off x="1890000" y="27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самоучитель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900000"/>
            <a:ext cx="2906485" cy="41940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360000" y="810000"/>
            <a:ext cx="2956593" cy="4194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8784000" y="0"/>
            <a:ext cx="360000" cy="5148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ling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000" y="4701600"/>
            <a:ext cx="216928" cy="352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12000" y="9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IBM Plex Sans"/>
              </a:defRPr>
            </a:pPr>
            <a:r>
              <a:t>Мария Берг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27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IBM Plex Sans"/>
              </a:defRPr>
            </a:pPr>
            <a:r>
              <a:t>Немецкий язык: первые 1000 слов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90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Иллюстрированный словарь для тех, кто начинает изучать немецкий язык. Слова распределены по тематическим разделам и сопровождаются примерами употребления. Материал построен так, чтобы постепенно переходить от базовой бытовой лексики к словам и выражениям, необходимым в путешествиях, учёбе и работе.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212000" y="342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5 причин купить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2000" y="360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• 1000 базовых слов</a:t>
            </a:r>
            <a:br/>
            <a:r>
              <a:t>• тематическая организация материала</a:t>
            </a:r>
            <a:br/>
            <a:r>
              <a:t>• примеры употребления</a:t>
            </a:r>
            <a:br/>
            <a:r>
              <a:t>• удобный формат для повторения</a:t>
            </a:r>
            <a:br/>
            <a:r>
              <a:t>• подходит начинающим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2000" y="468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ISBN 978-0-00-000002-8 • Серия: Первый шаг в иностранный язык</a:t>
            </a:r>
            <a:br/>
            <a:r>
              <a:t>70x100/16 • 224 с. • мягкая обложка • Красочность: 4+4 • Тираж: 2000 • Возраст: 6+</a:t>
            </a:r>
          </a:p>
        </p:txBody>
      </p:sp>
      <p:sp>
        <p:nvSpPr>
          <p:cNvPr id="10" name="Rectangle 9"/>
          <p:cNvSpPr/>
          <p:nvPr/>
        </p:nvSpPr>
        <p:spPr>
          <a:xfrm rot="21540000">
            <a:off x="360000" y="27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немецкий язык</a:t>
            </a:r>
          </a:p>
        </p:txBody>
      </p:sp>
      <p:sp>
        <p:nvSpPr>
          <p:cNvPr id="11" name="Rectangle 10"/>
          <p:cNvSpPr/>
          <p:nvPr/>
        </p:nvSpPr>
        <p:spPr>
          <a:xfrm rot="21540000">
            <a:off x="1890000" y="27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словарь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900000"/>
            <a:ext cx="2956593" cy="41940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360000" y="810000"/>
            <a:ext cx="2621472" cy="4194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8784000" y="0"/>
            <a:ext cx="360000" cy="5148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ling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000" y="4701600"/>
            <a:ext cx="216928" cy="352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12000" y="9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IBM Plex Sans"/>
              </a:defRPr>
            </a:pPr>
            <a:r>
              <a:t>Claire Martin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2000" y="27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IBM Plex Sans"/>
              </a:defRPr>
            </a:pPr>
            <a:r>
              <a:t>Français facile: французский без стресса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2000" y="90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Курс французского языка для начинающих, построенный вокруг небольших диалогов и практических ситуаций. Читатель познакомится с базовой грамматикой, освоит полезные разговорные конструкции и научится составлять собственные фразы. Теоретические объяснения сведены к минимуму и сразу закрепляются упражнениями.</a:t>
            </a:r>
          </a:p>
        </p:txBody>
      </p:sp>
      <p:sp>
        <p:nvSpPr>
          <p:cNvPr id="7" name="Rectangle 6"/>
          <p:cNvSpPr/>
          <p:nvPr/>
        </p:nvSpPr>
        <p:spPr>
          <a:xfrm rot="21540000">
            <a:off x="4212000" y="342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5 причин купить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2000" y="360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• обучение через диалоги</a:t>
            </a:r>
            <a:br/>
            <a:r>
              <a:t>• базовая грамматика простыми словами</a:t>
            </a:r>
            <a:br/>
            <a:r>
              <a:t>• полезные разговорные конструкции</a:t>
            </a:r>
            <a:br/>
            <a:r>
              <a:t>• задания для закрепления материала</a:t>
            </a:r>
            <a:br/>
            <a:r>
              <a:t>• постепенное увеличение сложности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2000" y="4680000"/>
            <a:ext cx="45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IBM Plex Sans"/>
              </a:defRPr>
            </a:pPr>
            <a:r>
              <a:t>ISBN 978-0-00-000003-5 • Серия: Язык с нуля</a:t>
            </a:r>
            <a:br/>
            <a:r>
              <a:t>60x90/16 • 192 с. • мягкая обложка • Красочность: 2+2 • Тираж: 1200 • Возраст: 12+</a:t>
            </a:r>
          </a:p>
        </p:txBody>
      </p:sp>
      <p:sp>
        <p:nvSpPr>
          <p:cNvPr id="10" name="Rectangle 9"/>
          <p:cNvSpPr/>
          <p:nvPr/>
        </p:nvSpPr>
        <p:spPr>
          <a:xfrm rot="21540000">
            <a:off x="360000" y="270000"/>
            <a:ext cx="144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французский язык</a:t>
            </a:r>
          </a:p>
        </p:txBody>
      </p:sp>
      <p:sp>
        <p:nvSpPr>
          <p:cNvPr id="11" name="Rectangle 10"/>
          <p:cNvSpPr/>
          <p:nvPr/>
        </p:nvSpPr>
        <p:spPr>
          <a:xfrm rot="21540000">
            <a:off x="1980000" y="270000"/>
            <a:ext cx="1350000" cy="216000"/>
          </a:xfrm>
          <a:prstGeom prst="rect">
            <a:avLst/>
          </a:prstGeom>
          <a:solidFill>
            <a:srgbClr val="0E6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BM Plex Sans"/>
              </a:defRPr>
            </a:pPr>
            <a:r>
              <a:t>для начинающих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900000"/>
            <a:ext cx="2621472" cy="419400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